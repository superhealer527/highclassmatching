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56" r:id="rId4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6" d="100"/>
          <a:sy n="66" d="100"/>
        </p:scale>
        <p:origin x="3378" y="78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EBCC-9E16-472B-9C7E-4142B834C59B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BB92D-36FE-48C5-B648-FC721F78EA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9725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EBCC-9E16-472B-9C7E-4142B834C59B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BB92D-36FE-48C5-B648-FC721F78EA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9141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EBCC-9E16-472B-9C7E-4142B834C59B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BB92D-36FE-48C5-B648-FC721F78EA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825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EBCC-9E16-472B-9C7E-4142B834C59B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BB92D-36FE-48C5-B648-FC721F78EA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4005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EBCC-9E16-472B-9C7E-4142B834C59B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BB92D-36FE-48C5-B648-FC721F78EA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9291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EBCC-9E16-472B-9C7E-4142B834C59B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BB92D-36FE-48C5-B648-FC721F78EA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496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EBCC-9E16-472B-9C7E-4142B834C59B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BB92D-36FE-48C5-B648-FC721F78EA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9649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EBCC-9E16-472B-9C7E-4142B834C59B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BB92D-36FE-48C5-B648-FC721F78EA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4902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EBCC-9E16-472B-9C7E-4142B834C59B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BB92D-36FE-48C5-B648-FC721F78EA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22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EBCC-9E16-472B-9C7E-4142B834C59B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BB92D-36FE-48C5-B648-FC721F78EA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4550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EBCC-9E16-472B-9C7E-4142B834C59B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BB92D-36FE-48C5-B648-FC721F78EA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2699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FAEBCC-9E16-472B-9C7E-4142B834C59B}" type="datetimeFigureOut">
              <a:rPr kumimoji="1" lang="ja-JP" altLang="en-US" smtClean="0"/>
              <a:t>2026/8/19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9BB92D-36FE-48C5-B648-FC721F78EA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2964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3D8EC85-3554-F836-CEAF-EE5E3A3EF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077"/>
            <a:ext cx="6858000" cy="532053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65F7063-F834-8235-8CD9-FD3AB59ED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16106"/>
            <a:ext cx="6858000" cy="521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453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A696D9A-035A-4829-492E-291026AD9C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639"/>
          <a:stretch>
            <a:fillRect/>
          </a:stretch>
        </p:blipFill>
        <p:spPr>
          <a:xfrm>
            <a:off x="0" y="482891"/>
            <a:ext cx="6858000" cy="163619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76C3F5D-14AC-0E7C-36EC-175FEA3388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772" t="30108" b="1"/>
          <a:stretch>
            <a:fillRect/>
          </a:stretch>
        </p:blipFill>
        <p:spPr>
          <a:xfrm>
            <a:off x="141552" y="2119086"/>
            <a:ext cx="6716448" cy="48768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AEF9B2A-A6B2-FE35-119D-492D4CB3E9D0}"/>
              </a:ext>
            </a:extLst>
          </p:cNvPr>
          <p:cNvSpPr/>
          <p:nvPr/>
        </p:nvSpPr>
        <p:spPr>
          <a:xfrm>
            <a:off x="2295071" y="7416800"/>
            <a:ext cx="2267857" cy="4789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この人に相談する</a:t>
            </a:r>
          </a:p>
        </p:txBody>
      </p:sp>
    </p:spTree>
    <p:extLst>
      <p:ext uri="{BB962C8B-B14F-4D97-AF65-F5344CB8AC3E}">
        <p14:creationId xmlns:p14="http://schemas.microsoft.com/office/powerpoint/2010/main" val="2693894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A145657-6EF9-0144-664C-97295E07E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1831"/>
            <a:ext cx="6858000" cy="158548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1C1BA92A-8C26-510C-2540-25F69D5E7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13848"/>
            <a:ext cx="6858000" cy="3442018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B71B9B0-8182-B758-7A50-30574FAD5289}"/>
              </a:ext>
            </a:extLst>
          </p:cNvPr>
          <p:cNvSpPr/>
          <p:nvPr/>
        </p:nvSpPr>
        <p:spPr>
          <a:xfrm>
            <a:off x="5386614" y="4093029"/>
            <a:ext cx="2267857" cy="4789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詳細を知りたい</a:t>
            </a:r>
          </a:p>
        </p:txBody>
      </p:sp>
    </p:spTree>
    <p:extLst>
      <p:ext uri="{BB962C8B-B14F-4D97-AF65-F5344CB8AC3E}">
        <p14:creationId xmlns:p14="http://schemas.microsoft.com/office/powerpoint/2010/main" val="871207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8</Words>
  <Application>Microsoft Office PowerPoint</Application>
  <PresentationFormat>ワイド画面</PresentationFormat>
  <Paragraphs>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位高 駿夫</dc:creator>
  <cp:lastModifiedBy>位高 駿夫</cp:lastModifiedBy>
  <cp:revision>1</cp:revision>
  <dcterms:created xsi:type="dcterms:W3CDTF">2026-08-19T02:04:41Z</dcterms:created>
  <dcterms:modified xsi:type="dcterms:W3CDTF">2026-08-19T02:13:21Z</dcterms:modified>
</cp:coreProperties>
</file>